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10037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08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9422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47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76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31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52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65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14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987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68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B18C08C-E1E7-452F-B6CA-1E254B44DFBE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FED2F8D-DBD3-4AA7-8421-801E0C138D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305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F5A54-A363-45A1-A84C-AA51BC596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Презентация по базе данных «</a:t>
            </a:r>
            <a:r>
              <a:rPr lang="ru-RU" dirty="0" err="1"/>
              <a:t>СтройКомплекс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569199-F56F-4C22-BC5D-03352C4EF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Сергеев Александр ИСС-31</a:t>
            </a:r>
          </a:p>
        </p:txBody>
      </p:sp>
    </p:spTree>
    <p:extLst>
      <p:ext uri="{BB962C8B-B14F-4D97-AF65-F5344CB8AC3E}">
        <p14:creationId xmlns:p14="http://schemas.microsoft.com/office/powerpoint/2010/main" val="235294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189F4-1C8E-432C-8595-6297FF66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0F7A4A-B88D-489F-97EE-662A024ED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Цель проекта:</a:t>
            </a:r>
          </a:p>
          <a:p>
            <a:pPr marL="0" indent="0">
              <a:buNone/>
            </a:pPr>
            <a:r>
              <a:rPr lang="ru-RU" dirty="0"/>
              <a:t>	Разработка базы данных для автоматизации деятельности строительной компании</a:t>
            </a:r>
          </a:p>
          <a:p>
            <a:pPr marL="0" indent="0">
              <a:buNone/>
            </a:pPr>
            <a:r>
              <a:rPr lang="ru-RU" dirty="0"/>
              <a:t>	Создание структуры которая соответствует ТЗ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Основные задачи:</a:t>
            </a:r>
          </a:p>
          <a:p>
            <a:pPr marL="0" indent="0">
              <a:buNone/>
            </a:pPr>
            <a:r>
              <a:rPr lang="ru-RU" dirty="0"/>
              <a:t>	Анализ ТЗ</a:t>
            </a:r>
          </a:p>
          <a:p>
            <a:pPr marL="0" indent="0">
              <a:buNone/>
            </a:pPr>
            <a:r>
              <a:rPr lang="ru-RU" dirty="0"/>
              <a:t>	Проектирование </a:t>
            </a:r>
            <a:r>
              <a:rPr lang="en-US" dirty="0"/>
              <a:t>ER-</a:t>
            </a:r>
            <a:r>
              <a:rPr lang="ru-RU" dirty="0"/>
              <a:t>диаграммы</a:t>
            </a:r>
          </a:p>
          <a:p>
            <a:pPr marL="0" indent="0">
              <a:buNone/>
            </a:pPr>
            <a:r>
              <a:rPr lang="ru-RU" dirty="0"/>
              <a:t>	Создание базы данных в </a:t>
            </a:r>
            <a:r>
              <a:rPr lang="en-US" dirty="0"/>
              <a:t>MySQL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	Соединение базы данных в </a:t>
            </a:r>
            <a:r>
              <a:rPr lang="en-US" dirty="0" err="1"/>
              <a:t>Laragon</a:t>
            </a:r>
            <a:r>
              <a:rPr lang="ru-RU" dirty="0"/>
              <a:t> с кодом </a:t>
            </a:r>
            <a:r>
              <a:rPr lang="en-US" dirty="0"/>
              <a:t>C#</a:t>
            </a:r>
            <a:r>
              <a:rPr lang="ru-RU" dirty="0"/>
              <a:t> для вывода запросов в отдельную форму</a:t>
            </a:r>
          </a:p>
        </p:txBody>
      </p:sp>
    </p:spTree>
    <p:extLst>
      <p:ext uri="{BB962C8B-B14F-4D97-AF65-F5344CB8AC3E}">
        <p14:creationId xmlns:p14="http://schemas.microsoft.com/office/powerpoint/2010/main" val="1128366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61EFB5-D68D-4564-ADA1-719111E8A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803" y="1161415"/>
            <a:ext cx="6281564" cy="379617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B7B01-8863-4B1C-8A0A-99280FC0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</a:t>
            </a:r>
            <a:r>
              <a:rPr lang="en-US" dirty="0"/>
              <a:t>ER-</a:t>
            </a:r>
            <a:r>
              <a:rPr lang="ru-RU" dirty="0"/>
              <a:t>диаграммы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A2F952-98B5-445F-824C-553D5877A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Основные сущности</a:t>
            </a:r>
          </a:p>
          <a:p>
            <a:pPr marL="0" indent="0">
              <a:buNone/>
            </a:pPr>
            <a:r>
              <a:rPr lang="ru-RU" dirty="0"/>
              <a:t>	Проекты</a:t>
            </a:r>
          </a:p>
          <a:p>
            <a:pPr marL="0" indent="0">
              <a:buNone/>
            </a:pPr>
            <a:r>
              <a:rPr lang="ru-RU" dirty="0"/>
              <a:t>	Сотрудники</a:t>
            </a:r>
          </a:p>
          <a:p>
            <a:pPr marL="0" indent="0">
              <a:buNone/>
            </a:pPr>
            <a:r>
              <a:rPr lang="ru-RU" dirty="0"/>
              <a:t>	Материалы</a:t>
            </a:r>
          </a:p>
          <a:p>
            <a:pPr marL="0" indent="0">
              <a:buNone/>
            </a:pPr>
            <a:r>
              <a:rPr lang="ru-RU" dirty="0"/>
              <a:t>	Задачи</a:t>
            </a:r>
          </a:p>
          <a:p>
            <a:r>
              <a:rPr lang="ru-RU" dirty="0"/>
              <a:t>Связи</a:t>
            </a:r>
          </a:p>
          <a:p>
            <a:pPr marL="0" indent="0">
              <a:buNone/>
            </a:pPr>
            <a:r>
              <a:rPr lang="ru-RU" dirty="0"/>
              <a:t>	Сотрудник подключён только к одному проекту</a:t>
            </a:r>
          </a:p>
          <a:p>
            <a:pPr marL="0" indent="0">
              <a:buNone/>
            </a:pPr>
            <a:r>
              <a:rPr lang="ru-RU" dirty="0"/>
              <a:t>	Один проект – много задач</a:t>
            </a:r>
          </a:p>
          <a:p>
            <a:pPr marL="0" indent="0">
              <a:buNone/>
            </a:pPr>
            <a:r>
              <a:rPr lang="ru-RU" dirty="0"/>
              <a:t>	Один сотрудник – много задач</a:t>
            </a:r>
          </a:p>
          <a:p>
            <a:pPr marL="0" indent="0">
              <a:buNone/>
            </a:pPr>
            <a:r>
              <a:rPr lang="ru-RU" dirty="0"/>
              <a:t>	Проекты связывают Задачи и сотрудников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0078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9CCBF-85F9-412E-8978-03C79505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Краткое описание ТЗ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0534DA-210C-4897-B5B6-F0801F02A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Основные требования:</a:t>
            </a:r>
          </a:p>
          <a:p>
            <a:pPr marL="0" indent="0">
              <a:buNone/>
            </a:pPr>
            <a:r>
              <a:rPr lang="ru-RU" dirty="0"/>
              <a:t>	Автоматизация деятельности компании</a:t>
            </a:r>
          </a:p>
          <a:p>
            <a:pPr marL="0" indent="0">
              <a:buNone/>
            </a:pPr>
            <a:r>
              <a:rPr lang="ru-RU" dirty="0"/>
              <a:t>	Упрощенное управление проектами и контроль сроков</a:t>
            </a:r>
          </a:p>
          <a:p>
            <a:pPr marL="0" indent="0">
              <a:buNone/>
            </a:pPr>
            <a:r>
              <a:rPr lang="ru-RU" dirty="0"/>
              <a:t>	Упрощенный учет материалов и оборудования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Целевые пользователи:</a:t>
            </a:r>
          </a:p>
          <a:p>
            <a:pPr marL="0" indent="0">
              <a:buNone/>
            </a:pPr>
            <a:r>
              <a:rPr lang="ru-RU" dirty="0"/>
              <a:t>	Управляющие компании</a:t>
            </a:r>
          </a:p>
          <a:p>
            <a:pPr marL="0" indent="0">
              <a:buNone/>
            </a:pPr>
            <a:r>
              <a:rPr lang="ru-RU" dirty="0"/>
              <a:t>	Директора</a:t>
            </a:r>
          </a:p>
          <a:p>
            <a:pPr marL="0" indent="0">
              <a:buNone/>
            </a:pPr>
            <a:r>
              <a:rPr lang="ru-RU" dirty="0"/>
              <a:t>	Сотрудники фирмы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Режим работы:</a:t>
            </a:r>
          </a:p>
          <a:p>
            <a:pPr marL="0" indent="0">
              <a:buNone/>
            </a:pPr>
            <a:r>
              <a:rPr lang="ru-RU" dirty="0"/>
              <a:t>	8 часов/5 дней в неделю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0300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C939D-6F68-48F0-9127-0AE4F9B3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7A1A55-C9B9-4705-9570-49D7D8D8F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751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Основные модули:</a:t>
            </a:r>
          </a:p>
          <a:p>
            <a:pPr marL="0" indent="0">
              <a:buNone/>
            </a:pPr>
            <a:r>
              <a:rPr lang="ru-RU" dirty="0"/>
              <a:t>	Планирование и контроль сроков</a:t>
            </a:r>
          </a:p>
          <a:p>
            <a:pPr marL="0" indent="0">
              <a:buNone/>
            </a:pPr>
            <a:r>
              <a:rPr lang="ru-RU" dirty="0"/>
              <a:t>	Формирование отчётности</a:t>
            </a:r>
          </a:p>
          <a:p>
            <a:pPr marL="0" indent="0">
              <a:buNone/>
            </a:pPr>
            <a:r>
              <a:rPr lang="ru-RU" dirty="0"/>
              <a:t>	Управление персоналом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Технические характеристики:</a:t>
            </a:r>
          </a:p>
          <a:p>
            <a:pPr marL="0" indent="0">
              <a:buNone/>
            </a:pPr>
            <a:r>
              <a:rPr lang="ru-RU" sz="2300" dirty="0">
                <a:effectLst/>
                <a:ea typeface="Times New Roman" panose="02020603050405020304" pitchFamily="18" charset="0"/>
              </a:rPr>
              <a:t>	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Сервер: Использование операционный системы Windows Server</a:t>
            </a:r>
          </a:p>
          <a:p>
            <a:pPr marL="0" indent="0">
              <a:buNone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	Рабочие станции: Windows 10/11</a:t>
            </a:r>
          </a:p>
          <a:p>
            <a:pPr marL="0" indent="0">
              <a:buNone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	СУБД</a:t>
            </a:r>
            <a:r>
              <a:rPr lang="en-US" sz="1900" dirty="0">
                <a:effectLst/>
                <a:ea typeface="Times New Roman" panose="02020603050405020304" pitchFamily="18" charset="0"/>
              </a:rPr>
              <a:t>: Microsoft SQL Server </a:t>
            </a:r>
            <a:endParaRPr lang="ru-RU" sz="19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	Интеграция с 1С:Бухгалтерии</a:t>
            </a:r>
          </a:p>
          <a:p>
            <a:pPr marL="0" indent="0">
              <a:buNone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	Поддержка форматов: PDF, Excel, DOCX</a:t>
            </a:r>
          </a:p>
          <a:p>
            <a:pPr marL="0" indent="0">
              <a:buNone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	Минимум 16 ГБ ОЗУ на сервере(Рекомендуется 32+, для 10 и больше пользователей)</a:t>
            </a:r>
          </a:p>
          <a:p>
            <a:pPr marL="0" indent="0">
              <a:buNone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	Иметь 1 ТБ памяти ССД для системы и более 2 ТБ на жестком диске для основных данных</a:t>
            </a:r>
          </a:p>
          <a:p>
            <a:pPr marL="0" indent="0">
              <a:buNone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	Резервный источник питания(Источник Бесперебойного Питания на 15-30 минут)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336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9DA30-3F19-43C6-A8DC-447C1606C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Шаги разработки</a:t>
            </a: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0612528D-066E-45B3-8406-9F93474DD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976408"/>
              </p:ext>
            </p:extLst>
          </p:nvPr>
        </p:nvGraphicFramePr>
        <p:xfrm>
          <a:off x="556289" y="1867242"/>
          <a:ext cx="10398223" cy="4624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32350">
                  <a:extLst>
                    <a:ext uri="{9D8B030D-6E8A-4147-A177-3AD203B41FA5}">
                      <a16:colId xmlns:a16="http://schemas.microsoft.com/office/drawing/2014/main" val="772618900"/>
                    </a:ext>
                  </a:extLst>
                </a:gridCol>
                <a:gridCol w="3405320">
                  <a:extLst>
                    <a:ext uri="{9D8B030D-6E8A-4147-A177-3AD203B41FA5}">
                      <a16:colId xmlns:a16="http://schemas.microsoft.com/office/drawing/2014/main" val="365779084"/>
                    </a:ext>
                  </a:extLst>
                </a:gridCol>
                <a:gridCol w="2160553">
                  <a:extLst>
                    <a:ext uri="{9D8B030D-6E8A-4147-A177-3AD203B41FA5}">
                      <a16:colId xmlns:a16="http://schemas.microsoft.com/office/drawing/2014/main" val="1857357344"/>
                    </a:ext>
                  </a:extLst>
                </a:gridCol>
              </a:tblGrid>
              <a:tr h="3324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Название этапа    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Содержание работ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Сроки выполнения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843634"/>
                  </a:ext>
                </a:extLst>
              </a:tr>
              <a:tr h="50918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Анализ бизнес-процессов строительной компании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Изучение текущих процессов, разработка ТЗ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2 недели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28742"/>
                  </a:ext>
                </a:extLst>
              </a:tr>
              <a:tr h="6859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Проектирование архитектуры системы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Разработка технического проекта, проектирование БД, интерфейсов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4 недели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96647"/>
                  </a:ext>
                </a:extLst>
              </a:tr>
              <a:tr h="8627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Разработка основных модулей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Создание модулей: управление проектами, материалами, персоналом и финансами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12 недель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257592"/>
                  </a:ext>
                </a:extLst>
              </a:tr>
              <a:tr h="6859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Интеграция с существующими системами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Интеграция с 1С:Бухгалтерия, настройка обмена данными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3 недели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26557"/>
                  </a:ext>
                </a:extLst>
              </a:tr>
              <a:tr h="86275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Тестирование и отладка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Функциональное тестирование, исправление ошибок, нагрузочное тестирование.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4 недели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865184"/>
                  </a:ext>
                </a:extLst>
              </a:tr>
              <a:tr h="6859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Внедрение и обучение персонала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solidFill>
                            <a:schemeClr val="tx1"/>
                          </a:solidFill>
                          <a:effectLst/>
                        </a:rPr>
                        <a:t>Установка на рабочие места, обучение пользователей, техническая поддержка</a:t>
                      </a:r>
                      <a:endParaRPr lang="ru-RU" sz="1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2 недели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  <a:tabLst>
                          <a:tab pos="755650" algn="l"/>
                        </a:tabLst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effectLst/>
                        </a:rPr>
                        <a:t>	</a:t>
                      </a:r>
                      <a:endParaRPr lang="ru-RU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897" marR="49897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2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96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EF4AA-EFEC-4D05-96F6-0E919AB80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базы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C9A34F2-A24C-4CC3-9959-3A8AFFA87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7570"/>
            <a:ext cx="6661931" cy="4351338"/>
          </a:xfrm>
        </p:spPr>
      </p:pic>
    </p:spTree>
    <p:extLst>
      <p:ext uri="{BB962C8B-B14F-4D97-AF65-F5344CB8AC3E}">
        <p14:creationId xmlns:p14="http://schemas.microsoft.com/office/powerpoint/2010/main" val="31494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67162-CACB-40C2-ADBE-1D2086A4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Заполнение таблиц данными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8A35E43-BA6D-464A-A939-E1B2E3B45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02416"/>
            <a:ext cx="7716734" cy="3527264"/>
          </a:xfrm>
        </p:spPr>
      </p:pic>
    </p:spTree>
    <p:extLst>
      <p:ext uri="{BB962C8B-B14F-4D97-AF65-F5344CB8AC3E}">
        <p14:creationId xmlns:p14="http://schemas.microsoft.com/office/powerpoint/2010/main" val="329411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A80AD8-D2C8-4341-BB8B-44F481616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50" y="1837994"/>
            <a:ext cx="6026737" cy="46687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E92BA-F50B-455E-8B40-494786B1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Запросы базе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640926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42A37-EC39-48C9-B6FB-04E67656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запросов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7258D-E8D5-45B1-A8C1-FDF20117C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25000" lnSpcReduction="20000"/>
          </a:bodyPr>
          <a:lstStyle/>
          <a:p>
            <a:r>
              <a:rPr lang="ru-RU" dirty="0"/>
              <a:t>1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2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3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4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5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6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83E2D1-854B-4EC8-88E6-BE4D1FEEF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75" y="1735368"/>
            <a:ext cx="3155378" cy="5696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EFAE1B-47FC-4EB8-9768-38D0FACBA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445" y="2566250"/>
            <a:ext cx="2761095" cy="5633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B7B6E5-6FB1-44CA-83BF-14E2845F5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75" y="3292649"/>
            <a:ext cx="2607497" cy="6695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803DAF-C6EF-42CF-8FE8-19876A7D3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445" y="4148065"/>
            <a:ext cx="4022857" cy="38749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B1D2E78-5FFF-42B1-8CDE-422D83DB03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445" y="4863595"/>
            <a:ext cx="2308434" cy="50536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7593A7E-72AF-416D-A4E4-4D60AD3AA3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445" y="5517088"/>
            <a:ext cx="2786341" cy="71261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D4184C5-201C-4854-916D-6F2431E06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835" y="6391210"/>
            <a:ext cx="155279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53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E9972-77F6-44D8-A117-4DFE51B0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базы данных в форму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6144B4A-4E51-4B63-9CD7-60A3463DD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860" y="1746354"/>
            <a:ext cx="4025717" cy="2494811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905E01-01A1-4DF2-B7AA-895017E1B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027" y="1746355"/>
            <a:ext cx="4025717" cy="252451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DB865C-EEEC-4879-A949-E9420EF6E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631" y="4325902"/>
            <a:ext cx="3807658" cy="237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31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2C45A-5FA0-4921-9BA8-8FE7EDDE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E0F17C-ADC4-4B0D-BF3D-96CAFA4CC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Результаты:</a:t>
            </a:r>
          </a:p>
          <a:p>
            <a:pPr marL="0" indent="0">
              <a:buNone/>
            </a:pPr>
            <a:r>
              <a:rPr lang="ru-RU" dirty="0"/>
              <a:t>	Мы создали функциональную базу данных</a:t>
            </a:r>
          </a:p>
          <a:p>
            <a:pPr marL="0" indent="0">
              <a:buNone/>
            </a:pPr>
            <a:r>
              <a:rPr lang="ru-RU" dirty="0"/>
              <a:t>	Реализовали сущности из ТЗ</a:t>
            </a:r>
          </a:p>
          <a:p>
            <a:pPr marL="0" indent="0">
              <a:buNone/>
            </a:pPr>
            <a:r>
              <a:rPr lang="ru-RU" dirty="0"/>
              <a:t>	Настроили связи между таблицами</a:t>
            </a:r>
          </a:p>
          <a:p>
            <a:pPr marL="0" indent="0">
              <a:buNone/>
            </a:pPr>
            <a:r>
              <a:rPr lang="ru-RU" dirty="0"/>
              <a:t>	Проверили работоспособность запросов</a:t>
            </a:r>
          </a:p>
          <a:p>
            <a:pPr marL="0" indent="0">
              <a:buNone/>
            </a:pPr>
            <a:r>
              <a:rPr lang="ru-RU" dirty="0"/>
              <a:t>	Вывели результаты запросов в отдельную форму</a:t>
            </a:r>
          </a:p>
        </p:txBody>
      </p:sp>
    </p:spTree>
    <p:extLst>
      <p:ext uri="{BB962C8B-B14F-4D97-AF65-F5344CB8AC3E}">
        <p14:creationId xmlns:p14="http://schemas.microsoft.com/office/powerpoint/2010/main" val="135242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B3201-A1C4-41E4-BEEF-C6C57960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865" y="2766218"/>
            <a:ext cx="5548269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04638640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53</TotalTime>
  <Words>401</Words>
  <Application>Microsoft Office PowerPoint</Application>
  <PresentationFormat>Широкоэкранный</PresentationFormat>
  <Paragraphs>109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Century Schoolbook</vt:lpstr>
      <vt:lpstr>Times New Roman</vt:lpstr>
      <vt:lpstr>Wingdings 2</vt:lpstr>
      <vt:lpstr>Вид</vt:lpstr>
      <vt:lpstr>Презентация по базе данных «СтройКомплекс»</vt:lpstr>
      <vt:lpstr>Введение</vt:lpstr>
      <vt:lpstr>Описание ER-диаграммы</vt:lpstr>
      <vt:lpstr>Краткое описание ТЗ</vt:lpstr>
      <vt:lpstr>Описание ПО</vt:lpstr>
      <vt:lpstr>Шаги разработки</vt:lpstr>
      <vt:lpstr>Реализация базы данных</vt:lpstr>
      <vt:lpstr>Заполнение таблиц данными</vt:lpstr>
      <vt:lpstr>Запросы базе данных</vt:lpstr>
      <vt:lpstr>Результаты запросов</vt:lpstr>
      <vt:lpstr>Вывод базы данных в форму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базе данных «СтройКомплекс»</dc:title>
  <dc:creator>sonyalove08@yandex.ru</dc:creator>
  <cp:lastModifiedBy>User</cp:lastModifiedBy>
  <cp:revision>9</cp:revision>
  <dcterms:created xsi:type="dcterms:W3CDTF">2025-11-18T07:45:56Z</dcterms:created>
  <dcterms:modified xsi:type="dcterms:W3CDTF">2025-11-21T06:08:28Z</dcterms:modified>
</cp:coreProperties>
</file>